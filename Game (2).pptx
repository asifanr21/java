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ld Standard TT"/>
      <p:regular r:id="rId14"/>
      <p:bold r:id="rId15"/>
      <p: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ldStandardTT-bold.fntdata"/><Relationship Id="rId14" Type="http://schemas.openxmlformats.org/officeDocument/2006/relationships/font" Target="fonts/OldStandardTT-regular.fntdata"/><Relationship Id="rId16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b1fdc5709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b1fdc570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Brick Smash: A Classic Java Arcade Game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(1BF24CS137)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Madhav V Nair (1BF24CS159), Asif  (1BM25CS420) ,Madhireddy Sathvik Reddy (1BF24CS160)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90250" y="526350"/>
            <a:ext cx="7936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Problem Statement :-</a:t>
            </a:r>
            <a:endParaRPr b="1" sz="21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and implement a Java-based Brick Breaker game that uses keyboard controls, real-time graphics, and collision detection to break bricks, track score, and determine game over conditions using object-oriented programming principles.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0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Brick Breaker is a classic 2D arcade game developed using Java. The game involves controlling a paddle to bounce a ball and break bricks, demonstrating the use of Java graphics, event handling, and object-oriented programming concepts.</a:t>
            </a:r>
            <a:endParaRPr b="1" sz="25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the project</a:t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Diagram !</a:t>
            </a:r>
            <a:endParaRPr/>
          </a:p>
        </p:txBody>
      </p:sp>
      <p:sp>
        <p:nvSpPr>
          <p:cNvPr id="77" name="Google Shape;77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425" y="205200"/>
            <a:ext cx="4309050" cy="471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109425"/>
            <a:ext cx="8520600" cy="9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Tools used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83025" y="437750"/>
            <a:ext cx="8449200" cy="44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300"/>
              <a:buAutoNum type="arabicPeriod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Java Programming Language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Code Editor / IDE: Visual Studio Code (VS Code)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Java Development Kit (JDK): JDK 8 or above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GUI Toolkit: Java AWT (Abstract Window Toolkit)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Framework: Java Swing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Input Handling: Keyboard Event Listener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Graphics Rendering: Java Graphics Class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Operating System: Windows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OOJ Concepts Used</a:t>
            </a:r>
            <a:endParaRPr b="1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71675"/>
            <a:ext cx="58851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Class and Object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Encapsulation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Abstraction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 Inheritance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Polymorphism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Event Handling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512700" y="192065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……..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